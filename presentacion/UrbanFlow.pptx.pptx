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ibre Baskerville" charset="1" panose="020000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1684" y="760362"/>
            <a:ext cx="6574479" cy="8766124"/>
            <a:chOff x="0" y="0"/>
            <a:chExt cx="8765972" cy="1168816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765921" cy="11688191"/>
            </a:xfrm>
            <a:custGeom>
              <a:avLst/>
              <a:gdLst/>
              <a:ahLst/>
              <a:cxnLst/>
              <a:rect r="r" b="b" t="t" l="l"/>
              <a:pathLst>
                <a:path h="11688191" w="8765921">
                  <a:moveTo>
                    <a:pt x="0" y="0"/>
                  </a:moveTo>
                  <a:lnTo>
                    <a:pt x="8765921" y="0"/>
                  </a:lnTo>
                  <a:lnTo>
                    <a:pt x="8765921" y="11688191"/>
                  </a:lnTo>
                  <a:lnTo>
                    <a:pt x="0" y="11688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2" t="0" r="-33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50238" y="3335836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UrbanFlow — Gestión de Pedidos e Inventario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5419974"/>
            <a:ext cx="9445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Proyecto para optimizar registro de productos, control de stock y gestión de pedidos en una tienda de ropa. Backend: Spring Boot. BD: MySQL. Arquitectura en capas y API REST.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299808" y="3179539"/>
            <a:ext cx="10024750" cy="490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Christian Rivas Aquino (U23226966)</a:t>
            </a:r>
          </a:p>
          <a:p>
            <a:pPr algn="l">
              <a:lnSpc>
                <a:spcPts val="3561"/>
              </a:lnSpc>
            </a:pP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Uriel Vasquez Quispe (U23227010) </a:t>
            </a: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Renzo Estefano Yupanqui De la Cruz (U22229407) </a:t>
            </a: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David Jair Mendoza Figueroa (U22226721) </a:t>
            </a:r>
          </a:p>
          <a:p>
            <a:pPr algn="l">
              <a:lnSpc>
                <a:spcPts val="3561"/>
              </a:lnSpc>
            </a:pPr>
          </a:p>
          <a:p>
            <a:pPr algn="l">
              <a:lnSpc>
                <a:spcPts val="3561"/>
              </a:lnSpc>
            </a:pPr>
            <a:r>
              <a:rPr lang="en-US" b="true" sz="2187" spc="507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Aldair Ronaldo Casimiro Ramos (U23252961)  </a:t>
            </a:r>
          </a:p>
          <a:p>
            <a:pPr algn="l">
              <a:lnSpc>
                <a:spcPts val="356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2376996"/>
            <a:ext cx="6299808" cy="6356958"/>
          </a:xfrm>
          <a:custGeom>
            <a:avLst/>
            <a:gdLst/>
            <a:ahLst/>
            <a:cxnLst/>
            <a:rect r="r" b="b" t="t" l="l"/>
            <a:pathLst>
              <a:path h="6356958" w="6299808">
                <a:moveTo>
                  <a:pt x="0" y="0"/>
                </a:moveTo>
                <a:lnTo>
                  <a:pt x="6299808" y="0"/>
                </a:lnTo>
                <a:lnTo>
                  <a:pt x="629980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90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99808" y="1926940"/>
            <a:ext cx="9445523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INTEGRANTES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808340" y="2619377"/>
            <a:ext cx="2852023" cy="65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8340" y="3623081"/>
            <a:ext cx="7224417" cy="298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00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Muchas PYMEs usan registros manuales o herramientas dispersas (hojas de cálculo, cuadernos), provocando una limitacion la toma de decisiones y afecta la rentabilidad, evidenciando la necesidad de implementar soluciones tecnológicas que automaticen y centralicen la información.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18139" y="1748285"/>
            <a:ext cx="7224417" cy="7224417"/>
            <a:chOff x="0" y="0"/>
            <a:chExt cx="9632556" cy="963255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632569" cy="9632569"/>
            </a:xfrm>
            <a:custGeom>
              <a:avLst/>
              <a:gdLst/>
              <a:ahLst/>
              <a:cxnLst/>
              <a:rect r="r" b="b" t="t" l="l"/>
              <a:pathLst>
                <a:path h="9632569" w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38640" y="2219174"/>
            <a:ext cx="3400306" cy="658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Justificación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18139" y="1748285"/>
            <a:ext cx="7224417" cy="7224417"/>
            <a:chOff x="0" y="0"/>
            <a:chExt cx="9632556" cy="963255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32569" cy="9632569"/>
            </a:xfrm>
            <a:custGeom>
              <a:avLst/>
              <a:gdLst/>
              <a:ahLst/>
              <a:cxnLst/>
              <a:rect r="r" b="b" t="t" l="l"/>
              <a:pathLst>
                <a:path h="9632569" w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38640" y="3350566"/>
            <a:ext cx="6500831" cy="427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6"/>
              </a:lnSpc>
            </a:pPr>
            <a:r>
              <a:rPr lang="en-US" sz="2400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El desarrollo de este proyecto surge como respuesta a la necesidad de modernizar y optimizar los procesos internos de una tienda de ropa mediante herramientas como Spring Boot y MySQL.</a:t>
            </a:r>
          </a:p>
          <a:p>
            <a:pPr algn="l">
              <a:lnSpc>
                <a:spcPts val="3376"/>
              </a:lnSpc>
            </a:pPr>
            <a:r>
              <a:rPr lang="en-US" sz="2400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UrbanFlow digitaliza procesos para reducir errores, mejorar precisión de datos y facilitar la toma de decisiones.</a:t>
            </a:r>
          </a:p>
          <a:p>
            <a:pPr algn="l">
              <a:lnSpc>
                <a:spcPts val="3376"/>
              </a:lnSpc>
            </a:pPr>
          </a:p>
          <a:p>
            <a:pPr algn="l">
              <a:lnSpc>
                <a:spcPts val="337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1684" y="760362"/>
            <a:ext cx="6574479" cy="8766124"/>
            <a:chOff x="0" y="0"/>
            <a:chExt cx="8765972" cy="1168816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765921" cy="11688191"/>
            </a:xfrm>
            <a:custGeom>
              <a:avLst/>
              <a:gdLst/>
              <a:ahLst/>
              <a:cxnLst/>
              <a:rect r="r" b="b" t="t" l="l"/>
              <a:pathLst>
                <a:path h="11688191" w="8765921">
                  <a:moveTo>
                    <a:pt x="0" y="0"/>
                  </a:moveTo>
                  <a:lnTo>
                    <a:pt x="8765921" y="0"/>
                  </a:lnTo>
                  <a:lnTo>
                    <a:pt x="8765921" y="11688191"/>
                  </a:lnTo>
                  <a:lnTo>
                    <a:pt x="0" y="11688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2" t="0" r="-33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90996" y="2028875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Objetivo General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13777" y="3954012"/>
            <a:ext cx="9445523" cy="263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Desarrollar un sistema web de gestión de pedidos e inventario para una tienda de ropa, utilizando tecnologías modernas como Spring Boot y MySQL, con el propósito de optimizar el control de productos, automatizar pedidos y mejorar la eficiencia operativa del negocio.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2238" y="1455839"/>
            <a:ext cx="7719422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Objetivos Específicos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937424"/>
            <a:ext cx="838200" cy="1047750"/>
            <a:chOff x="0" y="0"/>
            <a:chExt cx="1117600" cy="1397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17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84797" y="2918374"/>
            <a:ext cx="261744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Modelo de BD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4797" y="3898106"/>
            <a:ext cx="2617441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Diseñar esquema relacional (productos, pedidos, clientes).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56597" y="2937424"/>
            <a:ext cx="838200" cy="1047750"/>
            <a:chOff x="0" y="0"/>
            <a:chExt cx="1117600" cy="13970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17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349155" y="2918374"/>
            <a:ext cx="261758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CRUD Productos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49155" y="3898106"/>
            <a:ext cx="261758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Implementar operaciones básicas de producto.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21108" y="2937424"/>
            <a:ext cx="838200" cy="1047750"/>
            <a:chOff x="0" y="0"/>
            <a:chExt cx="1117600" cy="13970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117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513666" y="2918374"/>
            <a:ext cx="261758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Módulo de Pedidos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3666" y="3898106"/>
            <a:ext cx="261758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Cálculo automático de totales y registro de pedidos.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85609" y="2937424"/>
            <a:ext cx="838200" cy="1047750"/>
            <a:chOff x="0" y="0"/>
            <a:chExt cx="1117600" cy="13970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117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678177" y="2918374"/>
            <a:ext cx="261758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Inventario en tiempo real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78177" y="3898106"/>
            <a:ext cx="2617584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Actualizar stock automáticamente tras cada pedido.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6374902"/>
            <a:ext cx="838200" cy="1047750"/>
            <a:chOff x="0" y="0"/>
            <a:chExt cx="1117600" cy="1397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17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184797" y="6355852"/>
            <a:ext cx="261744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84797" y="6892681"/>
            <a:ext cx="2617441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Conectar Spring Boot con MySQL y exponer API REST.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56597" y="6374902"/>
            <a:ext cx="838200" cy="1047750"/>
            <a:chOff x="0" y="0"/>
            <a:chExt cx="1117600" cy="13970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17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349155" y="6355852"/>
            <a:ext cx="261758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Pruebas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49155" y="6892681"/>
            <a:ext cx="261758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Realizar pruebas funcionales para validar operaciones.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2238" y="2274313"/>
            <a:ext cx="914251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Marco Teórico (resumen)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19364"/>
            <a:ext cx="9505359" cy="239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 proyecto se apoya en conceptos clave: </a:t>
            </a:r>
            <a:r>
              <a:rPr lang="en-US" sz="23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Spring Boot</a:t>
            </a: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para backend y APIs, </a:t>
            </a:r>
            <a:r>
              <a:rPr lang="en-US" sz="23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API REST</a:t>
            </a: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para comunicación HTTP, </a:t>
            </a:r>
            <a:r>
              <a:rPr lang="en-US" sz="23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MySQL</a:t>
            </a: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para persistencia, </a:t>
            </a:r>
            <a:r>
              <a:rPr lang="en-US" sz="23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arquitectura en capas</a:t>
            </a: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(Controller, Service, Repository), </a:t>
            </a:r>
            <a:r>
              <a:rPr lang="en-US" sz="23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JPA/Hibernate</a:t>
            </a: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para ORM y </a:t>
            </a:r>
            <a:r>
              <a:rPr lang="en-US" sz="23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Scrum</a:t>
            </a:r>
            <a:r>
              <a:rPr lang="en-US" sz="23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como metodología ágil.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98866" y="2745877"/>
            <a:ext cx="6106268" cy="6106268"/>
            <a:chOff x="0" y="0"/>
            <a:chExt cx="8141691" cy="814169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141716" cy="8141716"/>
            </a:xfrm>
            <a:custGeom>
              <a:avLst/>
              <a:gdLst/>
              <a:ahLst/>
              <a:cxnLst/>
              <a:rect r="r" b="b" t="t" l="l"/>
              <a:pathLst>
                <a:path h="8141716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8141716"/>
                  </a:lnTo>
                  <a:lnTo>
                    <a:pt x="0" y="814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867920" y="1502833"/>
            <a:ext cx="6954736" cy="58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Metodología: Scrum y Equipo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10488" y="3476282"/>
            <a:ext cx="604509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 usó Scrum con sprints cortos para entrega incremental y adaptación continua. Equipo de 5 integrantes con roles definidos para avanzar en paralelo.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74981" y="1375172"/>
            <a:ext cx="6045098" cy="6045098"/>
            <a:chOff x="0" y="0"/>
            <a:chExt cx="8060131" cy="806013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060182" cy="8060182"/>
            </a:xfrm>
            <a:custGeom>
              <a:avLst/>
              <a:gdLst/>
              <a:ahLst/>
              <a:cxnLst/>
              <a:rect r="r" b="b" t="t" l="l"/>
              <a:pathLst>
                <a:path h="8060182" w="8060182">
                  <a:moveTo>
                    <a:pt x="0" y="0"/>
                  </a:moveTo>
                  <a:lnTo>
                    <a:pt x="8060182" y="0"/>
                  </a:lnTo>
                  <a:lnTo>
                    <a:pt x="8060182" y="8060182"/>
                  </a:lnTo>
                  <a:lnTo>
                    <a:pt x="0" y="806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67920" y="7672388"/>
            <a:ext cx="3065116" cy="1012184"/>
            <a:chOff x="0" y="0"/>
            <a:chExt cx="4086822" cy="13495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4061333" cy="1324229"/>
            </a:xfrm>
            <a:custGeom>
              <a:avLst/>
              <a:gdLst/>
              <a:ahLst/>
              <a:cxnLst/>
              <a:rect r="r" b="b" t="t" l="l"/>
              <a:pathLst>
                <a:path h="1324229" w="4061333">
                  <a:moveTo>
                    <a:pt x="0" y="101727"/>
                  </a:moveTo>
                  <a:cubicBezTo>
                    <a:pt x="0" y="45593"/>
                    <a:pt x="46101" y="0"/>
                    <a:pt x="102997" y="0"/>
                  </a:cubicBezTo>
                  <a:lnTo>
                    <a:pt x="3958336" y="0"/>
                  </a:lnTo>
                  <a:cubicBezTo>
                    <a:pt x="4015232" y="0"/>
                    <a:pt x="4061333" y="45593"/>
                    <a:pt x="4061333" y="101727"/>
                  </a:cubicBezTo>
                  <a:lnTo>
                    <a:pt x="4061333" y="1222502"/>
                  </a:lnTo>
                  <a:cubicBezTo>
                    <a:pt x="4061333" y="1278636"/>
                    <a:pt x="4015232" y="1324229"/>
                    <a:pt x="3958336" y="1324229"/>
                  </a:cubicBezTo>
                  <a:lnTo>
                    <a:pt x="102997" y="1324229"/>
                  </a:lnTo>
                  <a:cubicBezTo>
                    <a:pt x="46101" y="1324229"/>
                    <a:pt x="0" y="1278636"/>
                    <a:pt x="0" y="122250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86733" cy="1349629"/>
            </a:xfrm>
            <a:custGeom>
              <a:avLst/>
              <a:gdLst/>
              <a:ahLst/>
              <a:cxnLst/>
              <a:rect r="r" b="b" t="t" l="l"/>
              <a:pathLst>
                <a:path h="1349629" w="4086733">
                  <a:moveTo>
                    <a:pt x="0" y="114427"/>
                  </a:moveTo>
                  <a:cubicBezTo>
                    <a:pt x="0" y="51054"/>
                    <a:pt x="51943" y="0"/>
                    <a:pt x="115697" y="0"/>
                  </a:cubicBezTo>
                  <a:lnTo>
                    <a:pt x="3971036" y="0"/>
                  </a:lnTo>
                  <a:lnTo>
                    <a:pt x="3971036" y="12700"/>
                  </a:lnTo>
                  <a:lnTo>
                    <a:pt x="3971036" y="0"/>
                  </a:lnTo>
                  <a:cubicBezTo>
                    <a:pt x="4034790" y="0"/>
                    <a:pt x="4086733" y="51054"/>
                    <a:pt x="4086733" y="114427"/>
                  </a:cubicBezTo>
                  <a:lnTo>
                    <a:pt x="4074033" y="114427"/>
                  </a:lnTo>
                  <a:lnTo>
                    <a:pt x="4086733" y="114427"/>
                  </a:lnTo>
                  <a:lnTo>
                    <a:pt x="4086733" y="1235202"/>
                  </a:lnTo>
                  <a:lnTo>
                    <a:pt x="4074033" y="1235202"/>
                  </a:lnTo>
                  <a:lnTo>
                    <a:pt x="4086733" y="1235202"/>
                  </a:lnTo>
                  <a:cubicBezTo>
                    <a:pt x="4086733" y="1298575"/>
                    <a:pt x="4034790" y="1349629"/>
                    <a:pt x="3971036" y="1349629"/>
                  </a:cubicBezTo>
                  <a:lnTo>
                    <a:pt x="3971036" y="1336929"/>
                  </a:lnTo>
                  <a:lnTo>
                    <a:pt x="3971036" y="1349629"/>
                  </a:lnTo>
                  <a:lnTo>
                    <a:pt x="115697" y="1349629"/>
                  </a:lnTo>
                  <a:lnTo>
                    <a:pt x="115697" y="1336929"/>
                  </a:lnTo>
                  <a:lnTo>
                    <a:pt x="115697" y="1349629"/>
                  </a:lnTo>
                  <a:cubicBezTo>
                    <a:pt x="51943" y="1349629"/>
                    <a:pt x="0" y="1298575"/>
                    <a:pt x="0" y="1235202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235202"/>
                  </a:lnTo>
                  <a:lnTo>
                    <a:pt x="12700" y="1235202"/>
                  </a:lnTo>
                  <a:lnTo>
                    <a:pt x="25400" y="1235202"/>
                  </a:lnTo>
                  <a:cubicBezTo>
                    <a:pt x="25400" y="1284224"/>
                    <a:pt x="65659" y="1324229"/>
                    <a:pt x="115697" y="1324229"/>
                  </a:cubicBezTo>
                  <a:lnTo>
                    <a:pt x="3971036" y="1324229"/>
                  </a:lnTo>
                  <a:cubicBezTo>
                    <a:pt x="4021074" y="1324229"/>
                    <a:pt x="4061333" y="1284224"/>
                    <a:pt x="4061333" y="1235202"/>
                  </a:cubicBezTo>
                  <a:lnTo>
                    <a:pt x="4061333" y="114427"/>
                  </a:lnTo>
                  <a:cubicBezTo>
                    <a:pt x="4061333" y="65405"/>
                    <a:pt x="4021074" y="25400"/>
                    <a:pt x="3971036" y="25400"/>
                  </a:cubicBezTo>
                  <a:lnTo>
                    <a:pt x="115697" y="25400"/>
                  </a:lnTo>
                  <a:lnTo>
                    <a:pt x="115697" y="12700"/>
                  </a:lnTo>
                  <a:lnTo>
                    <a:pt x="115697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078061" y="7873003"/>
            <a:ext cx="2270369" cy="2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Integrante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8061" y="8217103"/>
            <a:ext cx="2644826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Diseño y modelado BD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30220" y="7672388"/>
            <a:ext cx="3065116" cy="1012184"/>
            <a:chOff x="0" y="0"/>
            <a:chExt cx="4086822" cy="13495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4061333" cy="1324229"/>
            </a:xfrm>
            <a:custGeom>
              <a:avLst/>
              <a:gdLst/>
              <a:ahLst/>
              <a:cxnLst/>
              <a:rect r="r" b="b" t="t" l="l"/>
              <a:pathLst>
                <a:path h="1324229" w="4061333">
                  <a:moveTo>
                    <a:pt x="0" y="101727"/>
                  </a:moveTo>
                  <a:cubicBezTo>
                    <a:pt x="0" y="45593"/>
                    <a:pt x="46101" y="0"/>
                    <a:pt x="102997" y="0"/>
                  </a:cubicBezTo>
                  <a:lnTo>
                    <a:pt x="3958336" y="0"/>
                  </a:lnTo>
                  <a:cubicBezTo>
                    <a:pt x="4015232" y="0"/>
                    <a:pt x="4061333" y="45593"/>
                    <a:pt x="4061333" y="101727"/>
                  </a:cubicBezTo>
                  <a:lnTo>
                    <a:pt x="4061333" y="1222502"/>
                  </a:lnTo>
                  <a:cubicBezTo>
                    <a:pt x="4061333" y="1278636"/>
                    <a:pt x="4015232" y="1324229"/>
                    <a:pt x="3958336" y="1324229"/>
                  </a:cubicBezTo>
                  <a:lnTo>
                    <a:pt x="102997" y="1324229"/>
                  </a:lnTo>
                  <a:cubicBezTo>
                    <a:pt x="46101" y="1324229"/>
                    <a:pt x="0" y="1278636"/>
                    <a:pt x="0" y="122250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86733" cy="1349629"/>
            </a:xfrm>
            <a:custGeom>
              <a:avLst/>
              <a:gdLst/>
              <a:ahLst/>
              <a:cxnLst/>
              <a:rect r="r" b="b" t="t" l="l"/>
              <a:pathLst>
                <a:path h="1349629" w="4086733">
                  <a:moveTo>
                    <a:pt x="0" y="114427"/>
                  </a:moveTo>
                  <a:cubicBezTo>
                    <a:pt x="0" y="51054"/>
                    <a:pt x="51943" y="0"/>
                    <a:pt x="115697" y="0"/>
                  </a:cubicBezTo>
                  <a:lnTo>
                    <a:pt x="3971036" y="0"/>
                  </a:lnTo>
                  <a:lnTo>
                    <a:pt x="3971036" y="12700"/>
                  </a:lnTo>
                  <a:lnTo>
                    <a:pt x="3971036" y="0"/>
                  </a:lnTo>
                  <a:cubicBezTo>
                    <a:pt x="4034790" y="0"/>
                    <a:pt x="4086733" y="51054"/>
                    <a:pt x="4086733" y="114427"/>
                  </a:cubicBezTo>
                  <a:lnTo>
                    <a:pt x="4074033" y="114427"/>
                  </a:lnTo>
                  <a:lnTo>
                    <a:pt x="4086733" y="114427"/>
                  </a:lnTo>
                  <a:lnTo>
                    <a:pt x="4086733" y="1235202"/>
                  </a:lnTo>
                  <a:lnTo>
                    <a:pt x="4074033" y="1235202"/>
                  </a:lnTo>
                  <a:lnTo>
                    <a:pt x="4086733" y="1235202"/>
                  </a:lnTo>
                  <a:cubicBezTo>
                    <a:pt x="4086733" y="1298575"/>
                    <a:pt x="4034790" y="1349629"/>
                    <a:pt x="3971036" y="1349629"/>
                  </a:cubicBezTo>
                  <a:lnTo>
                    <a:pt x="3971036" y="1336929"/>
                  </a:lnTo>
                  <a:lnTo>
                    <a:pt x="3971036" y="1349629"/>
                  </a:lnTo>
                  <a:lnTo>
                    <a:pt x="115697" y="1349629"/>
                  </a:lnTo>
                  <a:lnTo>
                    <a:pt x="115697" y="1336929"/>
                  </a:lnTo>
                  <a:lnTo>
                    <a:pt x="115697" y="1349629"/>
                  </a:lnTo>
                  <a:cubicBezTo>
                    <a:pt x="51943" y="1349629"/>
                    <a:pt x="0" y="1298575"/>
                    <a:pt x="0" y="1235202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235202"/>
                  </a:lnTo>
                  <a:lnTo>
                    <a:pt x="12700" y="1235202"/>
                  </a:lnTo>
                  <a:lnTo>
                    <a:pt x="25400" y="1235202"/>
                  </a:lnTo>
                  <a:cubicBezTo>
                    <a:pt x="25400" y="1284224"/>
                    <a:pt x="65659" y="1324229"/>
                    <a:pt x="115697" y="1324229"/>
                  </a:cubicBezTo>
                  <a:lnTo>
                    <a:pt x="3971036" y="1324229"/>
                  </a:lnTo>
                  <a:cubicBezTo>
                    <a:pt x="4021074" y="1324229"/>
                    <a:pt x="4061333" y="1284224"/>
                    <a:pt x="4061333" y="1235202"/>
                  </a:cubicBezTo>
                  <a:lnTo>
                    <a:pt x="4061333" y="114427"/>
                  </a:lnTo>
                  <a:cubicBezTo>
                    <a:pt x="4061333" y="65405"/>
                    <a:pt x="4021074" y="25400"/>
                    <a:pt x="3971036" y="25400"/>
                  </a:cubicBezTo>
                  <a:lnTo>
                    <a:pt x="115697" y="25400"/>
                  </a:lnTo>
                  <a:lnTo>
                    <a:pt x="115697" y="12700"/>
                  </a:lnTo>
                  <a:lnTo>
                    <a:pt x="115697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240361" y="7873003"/>
            <a:ext cx="2270369" cy="2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Integrante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40361" y="8217103"/>
            <a:ext cx="2644826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Controladores (API REST)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92520" y="7672388"/>
            <a:ext cx="3065116" cy="1012184"/>
            <a:chOff x="0" y="0"/>
            <a:chExt cx="4086822" cy="13495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4061333" cy="1324229"/>
            </a:xfrm>
            <a:custGeom>
              <a:avLst/>
              <a:gdLst/>
              <a:ahLst/>
              <a:cxnLst/>
              <a:rect r="r" b="b" t="t" l="l"/>
              <a:pathLst>
                <a:path h="1324229" w="4061333">
                  <a:moveTo>
                    <a:pt x="0" y="101727"/>
                  </a:moveTo>
                  <a:cubicBezTo>
                    <a:pt x="0" y="45593"/>
                    <a:pt x="46101" y="0"/>
                    <a:pt x="102997" y="0"/>
                  </a:cubicBezTo>
                  <a:lnTo>
                    <a:pt x="3958336" y="0"/>
                  </a:lnTo>
                  <a:cubicBezTo>
                    <a:pt x="4015232" y="0"/>
                    <a:pt x="4061333" y="45593"/>
                    <a:pt x="4061333" y="101727"/>
                  </a:cubicBezTo>
                  <a:lnTo>
                    <a:pt x="4061333" y="1222502"/>
                  </a:lnTo>
                  <a:cubicBezTo>
                    <a:pt x="4061333" y="1278636"/>
                    <a:pt x="4015232" y="1324229"/>
                    <a:pt x="3958336" y="1324229"/>
                  </a:cubicBezTo>
                  <a:lnTo>
                    <a:pt x="102997" y="1324229"/>
                  </a:lnTo>
                  <a:cubicBezTo>
                    <a:pt x="46101" y="1324229"/>
                    <a:pt x="0" y="1278636"/>
                    <a:pt x="0" y="122250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86733" cy="1349629"/>
            </a:xfrm>
            <a:custGeom>
              <a:avLst/>
              <a:gdLst/>
              <a:ahLst/>
              <a:cxnLst/>
              <a:rect r="r" b="b" t="t" l="l"/>
              <a:pathLst>
                <a:path h="1349629" w="4086733">
                  <a:moveTo>
                    <a:pt x="0" y="114427"/>
                  </a:moveTo>
                  <a:cubicBezTo>
                    <a:pt x="0" y="51054"/>
                    <a:pt x="51943" y="0"/>
                    <a:pt x="115697" y="0"/>
                  </a:cubicBezTo>
                  <a:lnTo>
                    <a:pt x="3971036" y="0"/>
                  </a:lnTo>
                  <a:lnTo>
                    <a:pt x="3971036" y="12700"/>
                  </a:lnTo>
                  <a:lnTo>
                    <a:pt x="3971036" y="0"/>
                  </a:lnTo>
                  <a:cubicBezTo>
                    <a:pt x="4034790" y="0"/>
                    <a:pt x="4086733" y="51054"/>
                    <a:pt x="4086733" y="114427"/>
                  </a:cubicBezTo>
                  <a:lnTo>
                    <a:pt x="4074033" y="114427"/>
                  </a:lnTo>
                  <a:lnTo>
                    <a:pt x="4086733" y="114427"/>
                  </a:lnTo>
                  <a:lnTo>
                    <a:pt x="4086733" y="1235202"/>
                  </a:lnTo>
                  <a:lnTo>
                    <a:pt x="4074033" y="1235202"/>
                  </a:lnTo>
                  <a:lnTo>
                    <a:pt x="4086733" y="1235202"/>
                  </a:lnTo>
                  <a:cubicBezTo>
                    <a:pt x="4086733" y="1298575"/>
                    <a:pt x="4034790" y="1349629"/>
                    <a:pt x="3971036" y="1349629"/>
                  </a:cubicBezTo>
                  <a:lnTo>
                    <a:pt x="3971036" y="1336929"/>
                  </a:lnTo>
                  <a:lnTo>
                    <a:pt x="3971036" y="1349629"/>
                  </a:lnTo>
                  <a:lnTo>
                    <a:pt x="115697" y="1349629"/>
                  </a:lnTo>
                  <a:lnTo>
                    <a:pt x="115697" y="1336929"/>
                  </a:lnTo>
                  <a:lnTo>
                    <a:pt x="115697" y="1349629"/>
                  </a:lnTo>
                  <a:cubicBezTo>
                    <a:pt x="51943" y="1349629"/>
                    <a:pt x="0" y="1298575"/>
                    <a:pt x="0" y="1235202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235202"/>
                  </a:lnTo>
                  <a:lnTo>
                    <a:pt x="12700" y="1235202"/>
                  </a:lnTo>
                  <a:lnTo>
                    <a:pt x="25400" y="1235202"/>
                  </a:lnTo>
                  <a:cubicBezTo>
                    <a:pt x="25400" y="1284224"/>
                    <a:pt x="65659" y="1324229"/>
                    <a:pt x="115697" y="1324229"/>
                  </a:cubicBezTo>
                  <a:lnTo>
                    <a:pt x="3971036" y="1324229"/>
                  </a:lnTo>
                  <a:cubicBezTo>
                    <a:pt x="4021074" y="1324229"/>
                    <a:pt x="4061333" y="1284224"/>
                    <a:pt x="4061333" y="1235202"/>
                  </a:cubicBezTo>
                  <a:lnTo>
                    <a:pt x="4061333" y="114427"/>
                  </a:lnTo>
                  <a:cubicBezTo>
                    <a:pt x="4061333" y="65405"/>
                    <a:pt x="4021074" y="25400"/>
                    <a:pt x="3971036" y="25400"/>
                  </a:cubicBezTo>
                  <a:lnTo>
                    <a:pt x="115697" y="25400"/>
                  </a:lnTo>
                  <a:lnTo>
                    <a:pt x="115697" y="12700"/>
                  </a:lnTo>
                  <a:lnTo>
                    <a:pt x="115697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02661" y="7873003"/>
            <a:ext cx="2270369" cy="2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Integrante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02661" y="8217103"/>
            <a:ext cx="2644826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Servicios (lógica de negocio)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54820" y="7672388"/>
            <a:ext cx="3065259" cy="1012184"/>
            <a:chOff x="0" y="0"/>
            <a:chExt cx="4087012" cy="13495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4061587" cy="1324229"/>
            </a:xfrm>
            <a:custGeom>
              <a:avLst/>
              <a:gdLst/>
              <a:ahLst/>
              <a:cxnLst/>
              <a:rect r="r" b="b" t="t" l="l"/>
              <a:pathLst>
                <a:path h="1324229" w="4061587">
                  <a:moveTo>
                    <a:pt x="0" y="101727"/>
                  </a:moveTo>
                  <a:cubicBezTo>
                    <a:pt x="0" y="45593"/>
                    <a:pt x="46101" y="0"/>
                    <a:pt x="102997" y="0"/>
                  </a:cubicBezTo>
                  <a:lnTo>
                    <a:pt x="3958590" y="0"/>
                  </a:lnTo>
                  <a:cubicBezTo>
                    <a:pt x="4015486" y="0"/>
                    <a:pt x="4061587" y="45593"/>
                    <a:pt x="4061587" y="101727"/>
                  </a:cubicBezTo>
                  <a:lnTo>
                    <a:pt x="4061587" y="1222502"/>
                  </a:lnTo>
                  <a:cubicBezTo>
                    <a:pt x="4061587" y="1278636"/>
                    <a:pt x="4015486" y="1324229"/>
                    <a:pt x="3958590" y="1324229"/>
                  </a:cubicBezTo>
                  <a:lnTo>
                    <a:pt x="102997" y="1324229"/>
                  </a:lnTo>
                  <a:cubicBezTo>
                    <a:pt x="46101" y="1324229"/>
                    <a:pt x="0" y="1278636"/>
                    <a:pt x="0" y="122250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86987" cy="1349629"/>
            </a:xfrm>
            <a:custGeom>
              <a:avLst/>
              <a:gdLst/>
              <a:ahLst/>
              <a:cxnLst/>
              <a:rect r="r" b="b" t="t" l="l"/>
              <a:pathLst>
                <a:path h="1349629" w="4086987">
                  <a:moveTo>
                    <a:pt x="0" y="114427"/>
                  </a:moveTo>
                  <a:cubicBezTo>
                    <a:pt x="0" y="51054"/>
                    <a:pt x="51943" y="0"/>
                    <a:pt x="115697" y="0"/>
                  </a:cubicBezTo>
                  <a:lnTo>
                    <a:pt x="3971290" y="0"/>
                  </a:lnTo>
                  <a:lnTo>
                    <a:pt x="3971290" y="12700"/>
                  </a:lnTo>
                  <a:lnTo>
                    <a:pt x="3971290" y="0"/>
                  </a:lnTo>
                  <a:cubicBezTo>
                    <a:pt x="4035044" y="0"/>
                    <a:pt x="4086987" y="51054"/>
                    <a:pt x="4086987" y="114427"/>
                  </a:cubicBezTo>
                  <a:lnTo>
                    <a:pt x="4074287" y="114427"/>
                  </a:lnTo>
                  <a:lnTo>
                    <a:pt x="4086987" y="114427"/>
                  </a:lnTo>
                  <a:lnTo>
                    <a:pt x="4086987" y="1235202"/>
                  </a:lnTo>
                  <a:lnTo>
                    <a:pt x="4074287" y="1235202"/>
                  </a:lnTo>
                  <a:lnTo>
                    <a:pt x="4086987" y="1235202"/>
                  </a:lnTo>
                  <a:cubicBezTo>
                    <a:pt x="4086987" y="1298575"/>
                    <a:pt x="4035044" y="1349629"/>
                    <a:pt x="3971290" y="1349629"/>
                  </a:cubicBezTo>
                  <a:lnTo>
                    <a:pt x="3971290" y="1336929"/>
                  </a:lnTo>
                  <a:lnTo>
                    <a:pt x="3971290" y="1349629"/>
                  </a:lnTo>
                  <a:lnTo>
                    <a:pt x="115697" y="1349629"/>
                  </a:lnTo>
                  <a:lnTo>
                    <a:pt x="115697" y="1336929"/>
                  </a:lnTo>
                  <a:lnTo>
                    <a:pt x="115697" y="1349629"/>
                  </a:lnTo>
                  <a:cubicBezTo>
                    <a:pt x="51943" y="1349629"/>
                    <a:pt x="0" y="1298575"/>
                    <a:pt x="0" y="1235202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235202"/>
                  </a:lnTo>
                  <a:lnTo>
                    <a:pt x="12700" y="1235202"/>
                  </a:lnTo>
                  <a:lnTo>
                    <a:pt x="25400" y="1235202"/>
                  </a:lnTo>
                  <a:cubicBezTo>
                    <a:pt x="25400" y="1284224"/>
                    <a:pt x="65659" y="1324229"/>
                    <a:pt x="115697" y="1324229"/>
                  </a:cubicBezTo>
                  <a:lnTo>
                    <a:pt x="3971290" y="1324229"/>
                  </a:lnTo>
                  <a:cubicBezTo>
                    <a:pt x="4021328" y="1324229"/>
                    <a:pt x="4061587" y="1284224"/>
                    <a:pt x="4061587" y="1235202"/>
                  </a:cubicBezTo>
                  <a:lnTo>
                    <a:pt x="4061587" y="114427"/>
                  </a:lnTo>
                  <a:cubicBezTo>
                    <a:pt x="4061587" y="65405"/>
                    <a:pt x="4021328" y="25400"/>
                    <a:pt x="3971290" y="25400"/>
                  </a:cubicBezTo>
                  <a:lnTo>
                    <a:pt x="115697" y="25400"/>
                  </a:lnTo>
                  <a:lnTo>
                    <a:pt x="115697" y="12700"/>
                  </a:lnTo>
                  <a:lnTo>
                    <a:pt x="115697" y="25400"/>
                  </a:lnTo>
                  <a:cubicBezTo>
                    <a:pt x="65659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564961" y="7873003"/>
            <a:ext cx="2270369" cy="2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Integrante 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961" y="8217103"/>
            <a:ext cx="2644978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Pruebas y validación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67920" y="8781755"/>
            <a:ext cx="12552159" cy="1012184"/>
            <a:chOff x="0" y="0"/>
            <a:chExt cx="16736212" cy="13495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16710788" cy="1324229"/>
            </a:xfrm>
            <a:custGeom>
              <a:avLst/>
              <a:gdLst/>
              <a:ahLst/>
              <a:cxnLst/>
              <a:rect r="r" b="b" t="t" l="l"/>
              <a:pathLst>
                <a:path h="1324229" w="16710788">
                  <a:moveTo>
                    <a:pt x="0" y="101727"/>
                  </a:moveTo>
                  <a:cubicBezTo>
                    <a:pt x="0" y="45593"/>
                    <a:pt x="46355" y="0"/>
                    <a:pt x="103505" y="0"/>
                  </a:cubicBezTo>
                  <a:lnTo>
                    <a:pt x="16607282" y="0"/>
                  </a:lnTo>
                  <a:cubicBezTo>
                    <a:pt x="16664432" y="0"/>
                    <a:pt x="16710788" y="45593"/>
                    <a:pt x="16710788" y="101727"/>
                  </a:cubicBezTo>
                  <a:lnTo>
                    <a:pt x="16710788" y="1222502"/>
                  </a:lnTo>
                  <a:cubicBezTo>
                    <a:pt x="16710788" y="1278636"/>
                    <a:pt x="16664432" y="1324229"/>
                    <a:pt x="16607282" y="1324229"/>
                  </a:cubicBezTo>
                  <a:lnTo>
                    <a:pt x="103505" y="1324229"/>
                  </a:lnTo>
                  <a:cubicBezTo>
                    <a:pt x="46355" y="1324229"/>
                    <a:pt x="0" y="1278636"/>
                    <a:pt x="0" y="1222502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736188" cy="1349629"/>
            </a:xfrm>
            <a:custGeom>
              <a:avLst/>
              <a:gdLst/>
              <a:ahLst/>
              <a:cxnLst/>
              <a:rect r="r" b="b" t="t" l="l"/>
              <a:pathLst>
                <a:path h="1349629" w="16736188">
                  <a:moveTo>
                    <a:pt x="0" y="114427"/>
                  </a:moveTo>
                  <a:cubicBezTo>
                    <a:pt x="0" y="51054"/>
                    <a:pt x="52197" y="0"/>
                    <a:pt x="116205" y="0"/>
                  </a:cubicBezTo>
                  <a:lnTo>
                    <a:pt x="16619982" y="0"/>
                  </a:lnTo>
                  <a:lnTo>
                    <a:pt x="16619982" y="12700"/>
                  </a:lnTo>
                  <a:lnTo>
                    <a:pt x="16619982" y="0"/>
                  </a:lnTo>
                  <a:cubicBezTo>
                    <a:pt x="16683991" y="0"/>
                    <a:pt x="16736188" y="51054"/>
                    <a:pt x="16736188" y="114427"/>
                  </a:cubicBezTo>
                  <a:lnTo>
                    <a:pt x="16723488" y="114427"/>
                  </a:lnTo>
                  <a:lnTo>
                    <a:pt x="16736188" y="114427"/>
                  </a:lnTo>
                  <a:lnTo>
                    <a:pt x="16736188" y="1235202"/>
                  </a:lnTo>
                  <a:lnTo>
                    <a:pt x="16723488" y="1235202"/>
                  </a:lnTo>
                  <a:lnTo>
                    <a:pt x="16736188" y="1235202"/>
                  </a:lnTo>
                  <a:cubicBezTo>
                    <a:pt x="16736188" y="1298575"/>
                    <a:pt x="16683991" y="1349629"/>
                    <a:pt x="16619982" y="1349629"/>
                  </a:cubicBezTo>
                  <a:lnTo>
                    <a:pt x="16619982" y="1336929"/>
                  </a:lnTo>
                  <a:lnTo>
                    <a:pt x="16619982" y="1349629"/>
                  </a:lnTo>
                  <a:lnTo>
                    <a:pt x="116205" y="1349629"/>
                  </a:lnTo>
                  <a:lnTo>
                    <a:pt x="116205" y="1336929"/>
                  </a:lnTo>
                  <a:lnTo>
                    <a:pt x="116205" y="1349629"/>
                  </a:lnTo>
                  <a:cubicBezTo>
                    <a:pt x="52197" y="1349629"/>
                    <a:pt x="0" y="1298575"/>
                    <a:pt x="0" y="1235202"/>
                  </a:cubicBezTo>
                  <a:lnTo>
                    <a:pt x="0" y="114427"/>
                  </a:lnTo>
                  <a:lnTo>
                    <a:pt x="12700" y="114427"/>
                  </a:lnTo>
                  <a:lnTo>
                    <a:pt x="0" y="114427"/>
                  </a:lnTo>
                  <a:moveTo>
                    <a:pt x="25400" y="114427"/>
                  </a:moveTo>
                  <a:lnTo>
                    <a:pt x="25400" y="1235202"/>
                  </a:lnTo>
                  <a:lnTo>
                    <a:pt x="12700" y="1235202"/>
                  </a:lnTo>
                  <a:lnTo>
                    <a:pt x="25400" y="1235202"/>
                  </a:lnTo>
                  <a:cubicBezTo>
                    <a:pt x="25400" y="1284097"/>
                    <a:pt x="65913" y="1324229"/>
                    <a:pt x="116205" y="1324229"/>
                  </a:cubicBezTo>
                  <a:lnTo>
                    <a:pt x="16619982" y="1324229"/>
                  </a:lnTo>
                  <a:cubicBezTo>
                    <a:pt x="16670401" y="1324229"/>
                    <a:pt x="16710788" y="1284224"/>
                    <a:pt x="16710788" y="1235202"/>
                  </a:cubicBezTo>
                  <a:lnTo>
                    <a:pt x="16710788" y="114427"/>
                  </a:lnTo>
                  <a:cubicBezTo>
                    <a:pt x="16710788" y="65532"/>
                    <a:pt x="16670274" y="25400"/>
                    <a:pt x="16619982" y="25400"/>
                  </a:cubicBezTo>
                  <a:lnTo>
                    <a:pt x="116205" y="25400"/>
                  </a:lnTo>
                  <a:lnTo>
                    <a:pt x="116205" y="12700"/>
                  </a:lnTo>
                  <a:lnTo>
                    <a:pt x="116205" y="25400"/>
                  </a:lnTo>
                  <a:cubicBezTo>
                    <a:pt x="65913" y="25400"/>
                    <a:pt x="25400" y="65405"/>
                    <a:pt x="25400" y="11442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3078061" y="8982370"/>
            <a:ext cx="2270369" cy="29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Integrante 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78061" y="9326461"/>
            <a:ext cx="12131878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Documentación y coordinación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90435" y="638766"/>
            <a:ext cx="8823427" cy="76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Fases del Desarrollo (Sprints)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0435" y="1809007"/>
            <a:ext cx="16506977" cy="7240791"/>
            <a:chOff x="0" y="0"/>
            <a:chExt cx="22009303" cy="96543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2009354" cy="9654413"/>
            </a:xfrm>
            <a:custGeom>
              <a:avLst/>
              <a:gdLst/>
              <a:ahLst/>
              <a:cxnLst/>
              <a:rect r="r" b="b" t="t" l="l"/>
              <a:pathLst>
                <a:path h="9654413" w="22009354">
                  <a:moveTo>
                    <a:pt x="0" y="0"/>
                  </a:moveTo>
                  <a:lnTo>
                    <a:pt x="22009354" y="0"/>
                  </a:lnTo>
                  <a:lnTo>
                    <a:pt x="22009354" y="9654413"/>
                  </a:lnTo>
                  <a:lnTo>
                    <a:pt x="0" y="965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1" t="0" r="-1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893003" y="7487231"/>
            <a:ext cx="2494788" cy="45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Sprint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3003" y="8080029"/>
            <a:ext cx="2494788" cy="31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Database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18337" y="7157914"/>
            <a:ext cx="2494788" cy="45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Sprint 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18337" y="7750721"/>
            <a:ext cx="2494788" cy="64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Testing and documentation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7690" y="2450259"/>
            <a:ext cx="2494788" cy="45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Sprint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7690" y="3043066"/>
            <a:ext cx="2494788" cy="64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Analysis and requirements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11258" y="2450259"/>
            <a:ext cx="2494788" cy="45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Sprint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1258" y="3043066"/>
            <a:ext cx="2494788" cy="64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249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Backend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0435" y="9229134"/>
            <a:ext cx="16506977" cy="40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Resumen: Sprint 1 – análisis; Sprint 2 – diseño BD; Sprint 3 – desarrollo backend; Sprint 4 – pruebas y documentación.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48978" y="674484"/>
            <a:ext cx="5648477" cy="7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Arquitectura y API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48978" y="1871815"/>
            <a:ext cx="7519245" cy="7519245"/>
            <a:chOff x="0" y="0"/>
            <a:chExt cx="10025659" cy="1002565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025634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0025634">
                  <a:moveTo>
                    <a:pt x="0" y="0"/>
                  </a:moveTo>
                  <a:lnTo>
                    <a:pt x="10025634" y="0"/>
                  </a:lnTo>
                  <a:lnTo>
                    <a:pt x="10025634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868223" y="3121948"/>
            <a:ext cx="3682608" cy="44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57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Arquitectura en capas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8223" y="3730810"/>
            <a:ext cx="8858993" cy="81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06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Controller: recibe solicitudes HTTP. Service: lógica de negocio. Repository: acceso a datos.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68223" y="4727060"/>
            <a:ext cx="3732232" cy="44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57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Endpoints principales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8223" y="5335922"/>
            <a:ext cx="8858993" cy="180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946" indent="-155473" lvl="1">
              <a:lnSpc>
                <a:spcPts val="2945"/>
              </a:lnSpc>
              <a:buFont typeface="Arial"/>
              <a:buChar char="•"/>
            </a:pPr>
            <a:r>
              <a:rPr lang="en-US" sz="206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GET /api/productos</a:t>
            </a:r>
          </a:p>
          <a:p>
            <a:pPr algn="l" marL="310946" indent="-155473" lvl="1">
              <a:lnSpc>
                <a:spcPts val="2945"/>
              </a:lnSpc>
              <a:buFont typeface="Arial"/>
              <a:buChar char="•"/>
            </a:pPr>
            <a:r>
              <a:rPr lang="en-US" sz="206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POST /api/productos</a:t>
            </a:r>
          </a:p>
          <a:p>
            <a:pPr algn="l" marL="310946" indent="-155473" lvl="1">
              <a:lnSpc>
                <a:spcPts val="2945"/>
              </a:lnSpc>
              <a:buFont typeface="Arial"/>
              <a:buChar char="•"/>
            </a:pPr>
            <a:r>
              <a:rPr lang="en-US" sz="206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GET /api/pedidos</a:t>
            </a:r>
          </a:p>
          <a:p>
            <a:pPr algn="l" marL="310946" indent="-155473" lvl="1">
              <a:lnSpc>
                <a:spcPts val="2945"/>
              </a:lnSpc>
              <a:buFont typeface="Arial"/>
              <a:buChar char="•"/>
            </a:pPr>
            <a:r>
              <a:rPr lang="en-US" sz="206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POST /api/pedidos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38640" y="2902946"/>
            <a:ext cx="9597348" cy="462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sz="223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Modelo relacional con tablas clave: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12294" y="3944656"/>
            <a:ext cx="14063413" cy="3546837"/>
          </a:xfrm>
          <a:custGeom>
            <a:avLst/>
            <a:gdLst/>
            <a:ahLst/>
            <a:cxnLst/>
            <a:rect r="r" b="b" t="t" l="l"/>
            <a:pathLst>
              <a:path h="3546837" w="14063413">
                <a:moveTo>
                  <a:pt x="0" y="0"/>
                </a:moveTo>
                <a:lnTo>
                  <a:pt x="14063412" y="0"/>
                </a:lnTo>
                <a:lnTo>
                  <a:pt x="14063412" y="3546838"/>
                </a:lnTo>
                <a:lnTo>
                  <a:pt x="0" y="35468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79" t="-1795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38640" y="1805862"/>
            <a:ext cx="5648477" cy="7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Base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" y="342900"/>
            <a:ext cx="4277277" cy="9957940"/>
          </a:xfrm>
          <a:custGeom>
            <a:avLst/>
            <a:gdLst/>
            <a:ahLst/>
            <a:cxnLst/>
            <a:rect r="r" b="b" t="t" l="l"/>
            <a:pathLst>
              <a:path h="9957940" w="4277277">
                <a:moveTo>
                  <a:pt x="0" y="0"/>
                </a:moveTo>
                <a:lnTo>
                  <a:pt x="4277278" y="0"/>
                </a:lnTo>
                <a:lnTo>
                  <a:pt x="4277278" y="9957940"/>
                </a:lnTo>
                <a:lnTo>
                  <a:pt x="0" y="99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834" y="-1181"/>
            <a:ext cx="3535013" cy="10281056"/>
          </a:xfrm>
          <a:custGeom>
            <a:avLst/>
            <a:gdLst/>
            <a:ahLst/>
            <a:cxnLst/>
            <a:rect r="r" b="b" t="t" l="l"/>
            <a:pathLst>
              <a:path h="10281056" w="3535013">
                <a:moveTo>
                  <a:pt x="0" y="0"/>
                </a:moveTo>
                <a:lnTo>
                  <a:pt x="3535013" y="0"/>
                </a:lnTo>
                <a:lnTo>
                  <a:pt x="3535013" y="10281056"/>
                </a:lnTo>
                <a:lnTo>
                  <a:pt x="0" y="10281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274320" cy="10287000"/>
            <a:chOff x="0" y="0"/>
            <a:chExt cx="36576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7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66F5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2238" y="1087193"/>
            <a:ext cx="9752705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Resultados y Palabras clave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72226"/>
            <a:ext cx="9505359" cy="202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 sistema cumple objetivos: gestionar productos, controlar inventario y registrar pedidos eficientemente. Redujo complejidad de procesos manuales y mejoró organización de la información.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6340526"/>
            <a:ext cx="1589037" cy="532809"/>
            <a:chOff x="0" y="0"/>
            <a:chExt cx="2118716" cy="7104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8741" cy="710438"/>
            </a:xfrm>
            <a:custGeom>
              <a:avLst/>
              <a:gdLst/>
              <a:ahLst/>
              <a:cxnLst/>
              <a:rect r="r" b="b" t="t" l="l"/>
              <a:pathLst>
                <a:path h="710438" w="211874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991741" y="0"/>
                  </a:lnTo>
                  <a:cubicBezTo>
                    <a:pt x="2061845" y="0"/>
                    <a:pt x="2118741" y="56896"/>
                    <a:pt x="2118741" y="127000"/>
                  </a:cubicBezTo>
                  <a:lnTo>
                    <a:pt x="2118741" y="583438"/>
                  </a:lnTo>
                  <a:cubicBezTo>
                    <a:pt x="2118741" y="653542"/>
                    <a:pt x="2061845" y="710438"/>
                    <a:pt x="1991741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02569" y="6358833"/>
            <a:ext cx="908599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SISTEMA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22959" y="6340526"/>
            <a:ext cx="1609134" cy="532809"/>
            <a:chOff x="0" y="0"/>
            <a:chExt cx="2145513" cy="7104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538" cy="710438"/>
            </a:xfrm>
            <a:custGeom>
              <a:avLst/>
              <a:gdLst/>
              <a:ahLst/>
              <a:cxnLst/>
              <a:rect r="r" b="b" t="t" l="l"/>
              <a:pathLst>
                <a:path h="710438" w="214553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018538" y="0"/>
                  </a:lnTo>
                  <a:cubicBezTo>
                    <a:pt x="2088642" y="0"/>
                    <a:pt x="2145538" y="56896"/>
                    <a:pt x="2145538" y="127000"/>
                  </a:cubicBezTo>
                  <a:lnTo>
                    <a:pt x="2145538" y="583438"/>
                  </a:lnTo>
                  <a:cubicBezTo>
                    <a:pt x="2145538" y="653542"/>
                    <a:pt x="2088642" y="710438"/>
                    <a:pt x="2018538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93066" y="6358833"/>
            <a:ext cx="1268911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INVENTARIO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73778" y="6340526"/>
            <a:ext cx="1271588" cy="532809"/>
            <a:chOff x="0" y="0"/>
            <a:chExt cx="1695450" cy="7104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5450" cy="710438"/>
            </a:xfrm>
            <a:custGeom>
              <a:avLst/>
              <a:gdLst/>
              <a:ahLst/>
              <a:cxnLst/>
              <a:rect r="r" b="b" t="t" l="l"/>
              <a:pathLst>
                <a:path h="710438" w="169545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568450" y="0"/>
                  </a:lnTo>
                  <a:cubicBezTo>
                    <a:pt x="1638554" y="0"/>
                    <a:pt x="1695450" y="56896"/>
                    <a:pt x="1695450" y="127000"/>
                  </a:cubicBezTo>
                  <a:lnTo>
                    <a:pt x="1695450" y="583438"/>
                  </a:lnTo>
                  <a:cubicBezTo>
                    <a:pt x="1695450" y="653542"/>
                    <a:pt x="1638554" y="710438"/>
                    <a:pt x="1568450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43885" y="6358833"/>
            <a:ext cx="931364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PEDIDOS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887041" y="6340526"/>
            <a:ext cx="1786233" cy="532809"/>
            <a:chOff x="0" y="0"/>
            <a:chExt cx="2381644" cy="7104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81631" cy="710438"/>
            </a:xfrm>
            <a:custGeom>
              <a:avLst/>
              <a:gdLst/>
              <a:ahLst/>
              <a:cxnLst/>
              <a:rect r="r" b="b" t="t" l="l"/>
              <a:pathLst>
                <a:path h="710438" w="238163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254631" y="0"/>
                  </a:lnTo>
                  <a:cubicBezTo>
                    <a:pt x="2324735" y="0"/>
                    <a:pt x="2381631" y="56896"/>
                    <a:pt x="2381631" y="127000"/>
                  </a:cubicBezTo>
                  <a:lnTo>
                    <a:pt x="2381631" y="583438"/>
                  </a:lnTo>
                  <a:cubicBezTo>
                    <a:pt x="2381631" y="653542"/>
                    <a:pt x="2324735" y="710438"/>
                    <a:pt x="2254631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057157" y="6358833"/>
            <a:ext cx="1446009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SPRING BOOT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14967" y="6340526"/>
            <a:ext cx="1079602" cy="532809"/>
            <a:chOff x="0" y="0"/>
            <a:chExt cx="1439469" cy="7104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9418" cy="710438"/>
            </a:xfrm>
            <a:custGeom>
              <a:avLst/>
              <a:gdLst/>
              <a:ahLst/>
              <a:cxnLst/>
              <a:rect r="r" b="b" t="t" l="l"/>
              <a:pathLst>
                <a:path h="710438" w="1439418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312418" y="0"/>
                  </a:lnTo>
                  <a:cubicBezTo>
                    <a:pt x="1382522" y="0"/>
                    <a:pt x="1439418" y="56896"/>
                    <a:pt x="1439418" y="127000"/>
                  </a:cubicBezTo>
                  <a:lnTo>
                    <a:pt x="1439418" y="583438"/>
                  </a:lnTo>
                  <a:cubicBezTo>
                    <a:pt x="1439418" y="653542"/>
                    <a:pt x="1382522" y="710438"/>
                    <a:pt x="1312418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85074" y="6358833"/>
            <a:ext cx="73937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MYSQL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198866" y="2745877"/>
            <a:ext cx="6106268" cy="6106268"/>
            <a:chOff x="0" y="0"/>
            <a:chExt cx="8141691" cy="8141691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8141716" cy="8141716"/>
            </a:xfrm>
            <a:custGeom>
              <a:avLst/>
              <a:gdLst/>
              <a:ahLst/>
              <a:cxnLst/>
              <a:rect r="r" b="b" t="t" l="l"/>
              <a:pathLst>
                <a:path h="8141716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8141716"/>
                  </a:lnTo>
                  <a:lnTo>
                    <a:pt x="0" y="814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61035" y="1966672"/>
            <a:ext cx="13765929" cy="5179431"/>
          </a:xfrm>
          <a:custGeom>
            <a:avLst/>
            <a:gdLst/>
            <a:ahLst/>
            <a:cxnLst/>
            <a:rect r="r" b="b" t="t" l="l"/>
            <a:pathLst>
              <a:path h="5179431" w="13765929">
                <a:moveTo>
                  <a:pt x="0" y="0"/>
                </a:moveTo>
                <a:lnTo>
                  <a:pt x="13765930" y="0"/>
                </a:lnTo>
                <a:lnTo>
                  <a:pt x="13765930" y="5179431"/>
                </a:lnTo>
                <a:lnTo>
                  <a:pt x="0" y="5179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DAHIRbLvyqY</dc:identifier>
  <dcterms:modified xsi:type="dcterms:W3CDTF">2011-08-01T06:04:30Z</dcterms:modified>
  <cp:revision>1</cp:revision>
  <dc:title>UrbanFlow.pptx</dc:title>
</cp:coreProperties>
</file>